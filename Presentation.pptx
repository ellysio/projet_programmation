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8" r:id="rId3"/>
    <p:sldId id="264" r:id="rId4"/>
    <p:sldId id="266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9C0C7A-9729-4953-881B-B9E4B1B07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309E75-F7F6-4B35-B797-2D4FCFD95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12BEE8-2008-419E-9780-90E2C071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42C01C-1253-46FA-ABBD-A1496DAC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CC21DA-3494-4947-A536-2E850C75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1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A69ABC-A1B1-4E1B-A340-411180C0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212554-5234-48C0-BC5A-B2C08ED26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71F2E1-87C4-444F-B006-8205108C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ECBD5E-329C-4929-A9EB-088A30197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8C08CF-B985-4568-A7DF-C63CA689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47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5A3A55-EEE6-4853-A3FD-0B06FEDBF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EE8163-E4A0-4B70-AD51-BC004B814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47FA29-4928-429C-BC6C-D0AC37CA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54410F-B2DB-4AC0-9023-F4F730F1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8BE6E6-0335-4883-971B-2802BCEA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37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7BA3B2-DA79-4DFF-9723-99AB5BB97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8B85A8-DD36-4196-B803-AEE3D52F8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489ADF-C601-4E90-8CB3-4893DA20A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C78357-27E9-4F33-ACBA-687B980B0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795AFB-3DF7-4643-9A3A-B2C4AC63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552DA13-56BC-47A9-9A86-F8D2FB79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201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37EC-4C8E-41D0-809A-8A46555B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963CFA-28AF-4BAE-8B68-71E089485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E7726F-017B-4D94-8218-664F63D6A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9953CA-E487-4195-B4CC-208FC3634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C21E123-1E08-4BD2-88DC-C3F277051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8DC3A0-9C80-46CD-89B4-D9F1D310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23462E8-0918-442E-9908-4F879253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FCAD2B4-8DCC-483A-BC25-74DB81C2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67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D014C0-AC16-4302-8DF1-DE3C8B56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C581A49-2E0D-4223-8548-5BCC56BD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7C6438-A4B8-4E98-AAEA-5A4BE0FA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14535F-28C9-4516-8733-864BF7ED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68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8E8ED9D-4D0B-4EEF-84F3-5DCFA16D9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1088BE2-55F5-473D-966E-D2C342C0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1191B8-3BED-4F57-A763-FE9F4C8C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9615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9FBFFB-F065-4619-8C09-90715256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A481EC-4EF2-48AD-B1E4-4CD836685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773B70-3AE6-4A9A-A45A-C6998D32F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5938192-E8C5-4EA3-915F-DACC8E1B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2359A5D-6996-45C1-9F0D-0EC61432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3F5FF8-3B43-40C0-9846-5900F756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993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970F78-7D96-4371-B804-38911131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EDA608B-462D-4A14-8BC3-1367E7FF1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47AFBD-3546-46A9-9FD0-80FFCE5F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276890-CFE7-446E-B1FE-E90803AD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FB81F6-185A-45F9-87FC-29FFFE0E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F5946D-4BA5-42A4-96F6-DCB068295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2370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76E8AF-E57C-4781-93FE-19DB90B3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D92250-0001-40D6-B914-C0AC4E1BB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2CB63A-3292-4B85-A3F0-AD6C9B51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CF483A-8BDD-4C09-A99C-BE0DDA4E1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677FB4-3F86-400D-A73D-F48AA8C0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465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E3FC10F-D1E7-453A-88EB-B902EF0F7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64B355-8A25-47DF-86AC-CB9C84156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B89BC6-5454-4159-8099-ECA3F6A3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7A6AC9-B5E4-4B7B-9A5B-80BBE710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F3BA01-A3B2-4530-A94F-3B46171E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966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9C5EBF-6994-44B8-B68E-54763C9C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4F76B6-E44C-4749-817B-2A3F9B37F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554A0E-7826-49DA-8A0B-4B89B0D1D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B3856-25FF-4FA4-8C64-20288B7680A3}" type="datetimeFigureOut">
              <a:rPr lang="fr-FR" smtClean="0"/>
              <a:t>26/04/2021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A2B03C-5F0F-4163-91E6-CF2867069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1F9E73-6624-4D49-B008-E762BCE2D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8ABE4-5B52-4CF2-9FE5-029BB81AC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880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334B45F9-D052-4BE5-86D7-C54AA3547792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0515600" cy="727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>
                <a:latin typeface="Cambria" panose="02040503050406030204" pitchFamily="18" charset="0"/>
                <a:ea typeface="Cambria" panose="02040503050406030204" pitchFamily="18" charset="0"/>
              </a:rPr>
              <a:t>Projet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F6C2A5-A81A-4B21-A432-DBAB01D8C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263" y="2412218"/>
            <a:ext cx="5087474" cy="20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4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334B45F9-D052-4BE5-86D7-C54AA3547792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0515600" cy="727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>
                <a:latin typeface="Cambria" panose="02040503050406030204" pitchFamily="18" charset="0"/>
                <a:ea typeface="Cambria" panose="02040503050406030204" pitchFamily="18" charset="0"/>
              </a:rPr>
              <a:t>Plan</a:t>
            </a:r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E0B7D87A-6535-4A9F-8E8A-D7DB000C9A0F}"/>
              </a:ext>
            </a:extLst>
          </p:cNvPr>
          <p:cNvSpPr txBox="1">
            <a:spLocks/>
          </p:cNvSpPr>
          <p:nvPr/>
        </p:nvSpPr>
        <p:spPr>
          <a:xfrm>
            <a:off x="241052" y="1559859"/>
            <a:ext cx="11709895" cy="4978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Représentation de structures secondaires d’ARN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C99BB2A9-F719-42A9-AEFE-9F7585ABBD64}"/>
              </a:ext>
            </a:extLst>
          </p:cNvPr>
          <p:cNvSpPr txBox="1">
            <a:spLocks/>
          </p:cNvSpPr>
          <p:nvPr/>
        </p:nvSpPr>
        <p:spPr>
          <a:xfrm>
            <a:off x="838200" y="2409291"/>
            <a:ext cx="10515600" cy="3233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Organisation du code</a:t>
            </a:r>
          </a:p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Présentation de l’interface utilisateur</a:t>
            </a:r>
          </a:p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Démonstration</a:t>
            </a:r>
          </a:p>
          <a:p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67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334B45F9-D052-4BE5-86D7-C54AA3547792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27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>
                <a:latin typeface="Cambria" panose="02040503050406030204" pitchFamily="18" charset="0"/>
                <a:ea typeface="Cambria" panose="02040503050406030204" pitchFamily="18" charset="0"/>
              </a:rPr>
              <a:t>Organisation du code</a:t>
            </a:r>
          </a:p>
        </p:txBody>
      </p:sp>
      <p:pic>
        <p:nvPicPr>
          <p:cNvPr id="6" name="Picture 2" descr="Aucune description disponible.">
            <a:extLst>
              <a:ext uri="{FF2B5EF4-FFF2-40B4-BE49-F238E27FC236}">
                <a16:creationId xmlns:a16="http://schemas.microsoft.com/office/drawing/2014/main" id="{70A338BF-8B34-4715-AF0D-FEA7F9D21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780" y="727951"/>
            <a:ext cx="6894440" cy="604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566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334B45F9-D052-4BE5-86D7-C54AA3547792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0515600" cy="727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b="1" dirty="0">
                <a:latin typeface="Cambria" panose="02040503050406030204" pitchFamily="18" charset="0"/>
                <a:ea typeface="Cambria" panose="02040503050406030204" pitchFamily="18" charset="0"/>
              </a:rPr>
              <a:t>Présentation de l’interface utilisateur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872F5D32-AF05-475B-9257-1D7ECA2423AE}"/>
              </a:ext>
            </a:extLst>
          </p:cNvPr>
          <p:cNvGrpSpPr/>
          <p:nvPr/>
        </p:nvGrpSpPr>
        <p:grpSpPr>
          <a:xfrm>
            <a:off x="1185274" y="1484398"/>
            <a:ext cx="9821452" cy="4824888"/>
            <a:chOff x="1189448" y="816578"/>
            <a:chExt cx="9821452" cy="4824888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831C91A1-E86F-4894-9A80-A0BA59EF6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6464" y="1829151"/>
              <a:ext cx="9579069" cy="3199698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E8B6A90-4F3D-436F-9A96-66A2E2C96EED}"/>
                </a:ext>
              </a:extLst>
            </p:cNvPr>
            <p:cNvSpPr/>
            <p:nvPr/>
          </p:nvSpPr>
          <p:spPr>
            <a:xfrm>
              <a:off x="2672136" y="2106202"/>
              <a:ext cx="6847726" cy="1926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7225630-94EC-43B3-BF47-3584B94145ED}"/>
                </a:ext>
              </a:extLst>
            </p:cNvPr>
            <p:cNvSpPr/>
            <p:nvPr/>
          </p:nvSpPr>
          <p:spPr>
            <a:xfrm>
              <a:off x="9935173" y="2840804"/>
              <a:ext cx="713991" cy="1797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tx1"/>
                  </a:solidFill>
                </a:rPr>
                <a:t>TapPanel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06C11C-CFF3-4FB3-9CB7-37A376E28793}"/>
                </a:ext>
              </a:extLst>
            </p:cNvPr>
            <p:cNvSpPr/>
            <p:nvPr/>
          </p:nvSpPr>
          <p:spPr>
            <a:xfrm>
              <a:off x="2672136" y="2583596"/>
              <a:ext cx="6847726" cy="1926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A09099-6E3B-4FB0-B04C-0D12B525B233}"/>
                </a:ext>
              </a:extLst>
            </p:cNvPr>
            <p:cNvSpPr/>
            <p:nvPr/>
          </p:nvSpPr>
          <p:spPr>
            <a:xfrm>
              <a:off x="2559120" y="3060990"/>
              <a:ext cx="7052353" cy="1999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66EFBD-9950-4376-A0AF-4B7383D2FA23}"/>
                </a:ext>
              </a:extLst>
            </p:cNvPr>
            <p:cNvSpPr/>
            <p:nvPr/>
          </p:nvSpPr>
          <p:spPr>
            <a:xfrm>
              <a:off x="2559119" y="3545734"/>
              <a:ext cx="7052353" cy="1999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E0AC9A-2C6E-418E-9B6E-F5035425BD0B}"/>
                </a:ext>
              </a:extLst>
            </p:cNvPr>
            <p:cNvSpPr/>
            <p:nvPr/>
          </p:nvSpPr>
          <p:spPr>
            <a:xfrm>
              <a:off x="2523161" y="2067318"/>
              <a:ext cx="7175643" cy="760358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DEB66A5-D289-4269-9578-CE101D90CAA2}"/>
                </a:ext>
              </a:extLst>
            </p:cNvPr>
            <p:cNvSpPr/>
            <p:nvPr/>
          </p:nvSpPr>
          <p:spPr>
            <a:xfrm>
              <a:off x="1244964" y="2834737"/>
              <a:ext cx="1080824" cy="185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tx1"/>
                  </a:solidFill>
                </a:rPr>
                <a:t>TapPanelGlobal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44F6EBF-01C4-4939-9B5D-E8D3363B9FA6}"/>
                </a:ext>
              </a:extLst>
            </p:cNvPr>
            <p:cNvSpPr/>
            <p:nvPr/>
          </p:nvSpPr>
          <p:spPr>
            <a:xfrm>
              <a:off x="2523161" y="3026049"/>
              <a:ext cx="7175643" cy="763390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6F25EA75-F88B-4D5F-BA08-1FB99442B6B5}"/>
                </a:ext>
              </a:extLst>
            </p:cNvPr>
            <p:cNvCxnSpPr>
              <a:cxnSpLocks/>
              <a:stCxn id="9" idx="1"/>
              <a:endCxn id="8" idx="3"/>
            </p:cNvCxnSpPr>
            <p:nvPr/>
          </p:nvCxnSpPr>
          <p:spPr>
            <a:xfrm flipH="1" flipV="1">
              <a:off x="9519862" y="2202522"/>
              <a:ext cx="415311" cy="7281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>
              <a:extLst>
                <a:ext uri="{FF2B5EF4-FFF2-40B4-BE49-F238E27FC236}">
                  <a16:creationId xmlns:a16="http://schemas.microsoft.com/office/drawing/2014/main" id="{5527168E-9B54-4117-9FCF-F026839B5E53}"/>
                </a:ext>
              </a:extLst>
            </p:cNvPr>
            <p:cNvCxnSpPr>
              <a:cxnSpLocks/>
              <a:stCxn id="9" idx="1"/>
            </p:cNvCxnSpPr>
            <p:nvPr/>
          </p:nvCxnSpPr>
          <p:spPr>
            <a:xfrm flipH="1" flipV="1">
              <a:off x="9540427" y="2679917"/>
              <a:ext cx="394746" cy="2507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2A628C83-03E4-4DDC-B969-871C3BB8819B}"/>
                </a:ext>
              </a:extLst>
            </p:cNvPr>
            <p:cNvCxnSpPr>
              <a:cxnSpLocks/>
              <a:stCxn id="9" idx="1"/>
              <a:endCxn id="11" idx="3"/>
            </p:cNvCxnSpPr>
            <p:nvPr/>
          </p:nvCxnSpPr>
          <p:spPr>
            <a:xfrm flipH="1">
              <a:off x="9611473" y="2930703"/>
              <a:ext cx="323700" cy="23028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avec flèche 18">
              <a:extLst>
                <a:ext uri="{FF2B5EF4-FFF2-40B4-BE49-F238E27FC236}">
                  <a16:creationId xmlns:a16="http://schemas.microsoft.com/office/drawing/2014/main" id="{B1DF0A53-1802-4F32-B691-4C109749C448}"/>
                </a:ext>
              </a:extLst>
            </p:cNvPr>
            <p:cNvCxnSpPr>
              <a:cxnSpLocks/>
              <a:stCxn id="9" idx="1"/>
              <a:endCxn id="12" idx="3"/>
            </p:cNvCxnSpPr>
            <p:nvPr/>
          </p:nvCxnSpPr>
          <p:spPr>
            <a:xfrm flipH="1">
              <a:off x="9611472" y="2930703"/>
              <a:ext cx="323701" cy="71502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avec flèche 19">
              <a:extLst>
                <a:ext uri="{FF2B5EF4-FFF2-40B4-BE49-F238E27FC236}">
                  <a16:creationId xmlns:a16="http://schemas.microsoft.com/office/drawing/2014/main" id="{853D1947-5EF3-4E0A-B27A-E5A87BAC4644}"/>
                </a:ext>
              </a:extLst>
            </p:cNvPr>
            <p:cNvCxnSpPr>
              <a:cxnSpLocks/>
              <a:stCxn id="14" idx="3"/>
              <a:endCxn id="13" idx="1"/>
            </p:cNvCxnSpPr>
            <p:nvPr/>
          </p:nvCxnSpPr>
          <p:spPr>
            <a:xfrm flipV="1">
              <a:off x="2325788" y="2447497"/>
              <a:ext cx="197373" cy="4801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3AA14150-EC54-4836-9AA1-B835ED978A7B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>
              <a:off x="2325788" y="2927670"/>
              <a:ext cx="197373" cy="4800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E2AB386-B9C2-4DC7-9DAF-B181F240D01C}"/>
                </a:ext>
              </a:extLst>
            </p:cNvPr>
            <p:cNvSpPr/>
            <p:nvPr/>
          </p:nvSpPr>
          <p:spPr>
            <a:xfrm>
              <a:off x="1244964" y="3974684"/>
              <a:ext cx="9696085" cy="108910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CB48D21-FCD1-4187-9D0C-3D3D558FD74F}"/>
                </a:ext>
              </a:extLst>
            </p:cNvPr>
            <p:cNvSpPr/>
            <p:nvPr/>
          </p:nvSpPr>
          <p:spPr>
            <a:xfrm>
              <a:off x="5226251" y="5455601"/>
              <a:ext cx="1733510" cy="185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tx1"/>
                  </a:solidFill>
                </a:rPr>
                <a:t>SecondaryStructureButton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1E8251D-9640-40A6-BCC4-951665B4CD6E}"/>
                </a:ext>
              </a:extLst>
            </p:cNvPr>
            <p:cNvSpPr/>
            <p:nvPr/>
          </p:nvSpPr>
          <p:spPr>
            <a:xfrm>
              <a:off x="1189448" y="1778000"/>
              <a:ext cx="9821452" cy="3333749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4981CDE-24E8-49E3-90C2-BA1483D161D2}"/>
                </a:ext>
              </a:extLst>
            </p:cNvPr>
            <p:cNvSpPr/>
            <p:nvPr/>
          </p:nvSpPr>
          <p:spPr>
            <a:xfrm>
              <a:off x="5226251" y="1287198"/>
              <a:ext cx="1733510" cy="185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tx1"/>
                  </a:solidFill>
                </a:rPr>
                <a:t>SecondaryStructurePanel</a:t>
              </a:r>
            </a:p>
          </p:txBody>
        </p: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780BDA78-912A-4307-B61B-36B8DB07D628}"/>
                </a:ext>
              </a:extLst>
            </p:cNvPr>
            <p:cNvCxnSpPr>
              <a:cxnSpLocks/>
              <a:stCxn id="23" idx="0"/>
              <a:endCxn id="22" idx="2"/>
            </p:cNvCxnSpPr>
            <p:nvPr/>
          </p:nvCxnSpPr>
          <p:spPr>
            <a:xfrm flipV="1">
              <a:off x="6093006" y="5063790"/>
              <a:ext cx="1" cy="39181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>
              <a:extLst>
                <a:ext uri="{FF2B5EF4-FFF2-40B4-BE49-F238E27FC236}">
                  <a16:creationId xmlns:a16="http://schemas.microsoft.com/office/drawing/2014/main" id="{A4026813-D3C0-4346-A310-7382705D19C3}"/>
                </a:ext>
              </a:extLst>
            </p:cNvPr>
            <p:cNvCxnSpPr>
              <a:cxnSpLocks/>
              <a:stCxn id="25" idx="2"/>
              <a:endCxn id="24" idx="0"/>
            </p:cNvCxnSpPr>
            <p:nvPr/>
          </p:nvCxnSpPr>
          <p:spPr>
            <a:xfrm>
              <a:off x="6093006" y="1473063"/>
              <a:ext cx="7168" cy="30493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21F014-E057-4A64-83C9-939790C805AB}"/>
                </a:ext>
              </a:extLst>
            </p:cNvPr>
            <p:cNvSpPr/>
            <p:nvPr/>
          </p:nvSpPr>
          <p:spPr>
            <a:xfrm>
              <a:off x="5226251" y="816578"/>
              <a:ext cx="1733510" cy="185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chemeClr val="tx1"/>
                  </a:solidFill>
                </a:rPr>
                <a:t>SecondaryStructureFrame</a:t>
              </a:r>
            </a:p>
          </p:txBody>
        </p:sp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55F531E9-C78D-496B-93B0-0010CB1E1BFD}"/>
                </a:ext>
              </a:extLst>
            </p:cNvPr>
            <p:cNvCxnSpPr>
              <a:cxnSpLocks/>
              <a:stCxn id="28" idx="2"/>
              <a:endCxn id="25" idx="0"/>
            </p:cNvCxnSpPr>
            <p:nvPr/>
          </p:nvCxnSpPr>
          <p:spPr>
            <a:xfrm>
              <a:off x="6093006" y="1002443"/>
              <a:ext cx="0" cy="2847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02212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27</Words>
  <Application>Microsoft Office PowerPoint</Application>
  <PresentationFormat>Grand écran</PresentationFormat>
  <Paragraphs>13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Contexte</dc:title>
  <dc:creator>Théo Roncalli</dc:creator>
  <cp:lastModifiedBy>Théo Roncalli</cp:lastModifiedBy>
  <cp:revision>7</cp:revision>
  <dcterms:created xsi:type="dcterms:W3CDTF">2021-04-26T19:49:57Z</dcterms:created>
  <dcterms:modified xsi:type="dcterms:W3CDTF">2021-04-26T20:54:07Z</dcterms:modified>
</cp:coreProperties>
</file>